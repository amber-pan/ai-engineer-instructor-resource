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372" r:id="rId3"/>
    <p:sldId id="373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287E1C-123B-8F49-A11C-62DCF9649BB2}" type="datetimeFigureOut">
              <a:rPr lang="en-US" smtClean="0"/>
              <a:t>1/31/26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7D4BDA-4341-F347-AEB2-E08AFADF7B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65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I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Editing to be done by Faculty: Please update your Name, Photo and Key achievements.</a:t>
            </a:r>
            <a:endParaRPr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IN"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Delivery: Walkthrough the learners on yourself such as achievements, key skills and experience.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7" name="Google Shape;9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283325" y="847725"/>
            <a:ext cx="7539038" cy="4241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FF011-FB44-B597-9565-80B5532ECC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1B25A9-C6C1-958C-DF19-3AC10631C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5F0F5-A235-FD46-D2B0-68418BA6E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1AA82-68D3-3D49-818B-BB3D65520490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323422-3606-3620-7398-9CCE8DA08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19620-30FE-2A78-11C2-98FC3C209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E504-F5D7-2A4D-923F-4A144BF61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4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4A608-372B-5455-A2A3-6CFA1C80C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22C9C-EDDD-92C1-F053-9D0D8753AA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9F019-0236-6ADF-F568-6BEC993FD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1AA82-68D3-3D49-818B-BB3D65520490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1C8918-38CD-C7DE-403E-CC611FA2C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861F6-581B-C91C-2939-D7FD37109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E504-F5D7-2A4D-923F-4A144BF61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025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3C594-209F-1B53-EDE3-07B155D77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26F9D5-34F7-AFC8-A0DF-330F6AD38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B89D4-09E9-5ED1-91E4-F85567E51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1AA82-68D3-3D49-818B-BB3D65520490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3795E-4B2B-20F9-DB43-44BFD7134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50741-9CAA-F469-4B3C-19A54CAFC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E504-F5D7-2A4D-923F-4A144BF61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464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816AD-D14D-CD84-B4F2-F5FC041E4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48C23-D438-0EF2-6087-3E290A152B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99EC98-9336-BE0C-EB66-BA41DB7C3F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239BEF-4741-0620-E881-B00D3DC9D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1AA82-68D3-3D49-818B-BB3D65520490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B253B3-3E5F-3DB9-BC78-9A1735765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2F5236-4534-6F36-5240-323C634CD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E504-F5D7-2A4D-923F-4A144BF61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609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314C9-C557-3A6E-E184-0C947DD83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D39BE6-E21B-FF41-D092-72C82B84E9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894BB8-EEF4-2D6C-9110-9C8B99CDEA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C0B530-295A-F0BC-D7F8-4681AFCA3C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4401E9-661F-2568-2EE5-796D469D6A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B043F7-AD15-CB8F-F306-BC6F07C1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1AA82-68D3-3D49-818B-BB3D65520490}" type="datetimeFigureOut">
              <a:rPr lang="en-US" smtClean="0"/>
              <a:t>1/31/26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B8E337-099D-811B-4DA3-6FC157F5B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99718C-62F7-2ED9-D027-C5E7DE6E4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E504-F5D7-2A4D-923F-4A144BF61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149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BBF5F-EA69-906F-7840-4A646823C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B313C2-B7EF-0D01-9052-A0D6804F0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1AA82-68D3-3D49-818B-BB3D65520490}" type="datetimeFigureOut">
              <a:rPr lang="en-US" smtClean="0"/>
              <a:t>1/31/26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EDCB18-370B-E926-FE89-93CBF597D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8A08F4-98D6-406B-FBD7-A021E0AB7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E504-F5D7-2A4D-923F-4A144BF61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27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BB267C-221A-0446-B007-4F79ED338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1AA82-68D3-3D49-818B-BB3D65520490}" type="datetimeFigureOut">
              <a:rPr lang="en-US" smtClean="0"/>
              <a:t>1/31/26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8AD5AA-76E4-22D0-4628-C319E9117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A21159-4941-D4DA-DC76-C18860B0D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E504-F5D7-2A4D-923F-4A144BF61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68485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B5613-552D-3128-5C54-3533AD686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24F76-5013-4C0C-0F16-E82F459D4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35AB98-AD27-E2E2-1A93-EE6F6DE712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65E458-5211-20D5-56AD-2140A6317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1AA82-68D3-3D49-818B-BB3D65520490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9F12C2-BE81-BB0E-C502-B008D3CC5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2CBDA7-E642-7874-E031-F8E7BBFC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E504-F5D7-2A4D-923F-4A144BF61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6015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07110-EAB6-CC72-40E3-113189F3A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56018E-7386-CBDC-734C-17D051D27C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A9DB91-4467-AB47-5533-6A22FEC6EB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21C11E-6FF4-1980-2DEC-977FE9CF1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1AA82-68D3-3D49-818B-BB3D65520490}" type="datetimeFigureOut">
              <a:rPr lang="en-US" smtClean="0"/>
              <a:t>1/31/26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F3B2F0-A01D-56F5-CE03-B69DDC00A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D7F9F7-15AC-98DF-B383-0CCC395BC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E504-F5D7-2A4D-923F-4A144BF61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21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4CAD1-D9C0-997C-C11B-7A8F21830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3EF714-2917-BA14-74DF-4D3A8E6EDC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01BF4A-12BE-823F-7659-FCCD32835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1AA82-68D3-3D49-818B-BB3D65520490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B927B-47A7-E1CC-363B-FB7F41BDD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27C3A-7096-31F6-5BA4-21F04B0D8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E504-F5D7-2A4D-923F-4A144BF61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005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F41602-197D-5D7D-D116-3CBCAEA36D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2E3BA6-9B85-EE9B-A326-B54A289F73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3B1438-7C73-66E9-2A0E-85F0AD0C0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81AA82-68D3-3D49-818B-BB3D65520490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B50312-3C7C-F017-A31E-7911E70B8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FDDF27-20F2-5AEB-F2A7-D35511167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E504-F5D7-2A4D-923F-4A144BF61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2214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A031833-8D8F-B5BA-EF3B-16F285042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55777A-0C69-16BE-A99A-4A8C95E50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2789D-070F-54EE-9A41-7531ADC5E3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81AA82-68D3-3D49-818B-BB3D65520490}" type="datetimeFigureOut">
              <a:rPr lang="en-US" smtClean="0"/>
              <a:t>1/31/26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4DB0D8-03F6-27E9-A221-03DB123A04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F78B5D-FE38-2E6D-AA42-E77CA138B3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CDE504-F5D7-2A4D-923F-4A144BF61B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62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A6518-B8E6-36A0-B1FE-08AD8F8F86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1D05A5-0A2F-C612-43D8-ED3572F9FD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7485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/>
          <p:nvPr/>
        </p:nvSpPr>
        <p:spPr>
          <a:xfrm>
            <a:off x="2710" y="13"/>
            <a:ext cx="12188862" cy="685716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l" rtl="0">
              <a:buClr>
                <a:srgbClr val="000000"/>
              </a:buClr>
              <a:buSzPts val="1800"/>
            </a:pPr>
            <a:endParaRPr sz="109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-41140" y="40325"/>
            <a:ext cx="12306692" cy="7658100"/>
          </a:xfrm>
          <a:custGeom>
            <a:avLst/>
            <a:gdLst/>
            <a:ahLst/>
            <a:cxnLst/>
            <a:rect l="l" t="t" r="r" b="b"/>
            <a:pathLst>
              <a:path w="9255125" h="11309350" extrusionOk="0">
                <a:moveTo>
                  <a:pt x="0" y="11308732"/>
                </a:moveTo>
                <a:lnTo>
                  <a:pt x="9254878" y="11308732"/>
                </a:lnTo>
                <a:lnTo>
                  <a:pt x="9254878" y="0"/>
                </a:lnTo>
                <a:lnTo>
                  <a:pt x="0" y="0"/>
                </a:lnTo>
                <a:lnTo>
                  <a:pt x="0" y="1130873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l" rtl="0">
              <a:buClr>
                <a:srgbClr val="000000"/>
              </a:buClr>
              <a:buSzPts val="1800"/>
            </a:pPr>
            <a:endParaRPr sz="109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/>
          <p:nvPr/>
        </p:nvSpPr>
        <p:spPr>
          <a:xfrm>
            <a:off x="12130992" y="871458"/>
            <a:ext cx="70838" cy="5995835"/>
          </a:xfrm>
          <a:custGeom>
            <a:avLst/>
            <a:gdLst/>
            <a:ahLst/>
            <a:cxnLst/>
            <a:rect l="l" t="t" r="r" b="b"/>
            <a:pathLst>
              <a:path w="146684" h="8673465" extrusionOk="0">
                <a:moveTo>
                  <a:pt x="146584" y="8673180"/>
                </a:moveTo>
                <a:lnTo>
                  <a:pt x="0" y="8673180"/>
                </a:lnTo>
                <a:lnTo>
                  <a:pt x="0" y="0"/>
                </a:lnTo>
                <a:lnTo>
                  <a:pt x="146584" y="0"/>
                </a:lnTo>
                <a:lnTo>
                  <a:pt x="146584" y="8673180"/>
                </a:lnTo>
                <a:close/>
              </a:path>
            </a:pathLst>
          </a:custGeom>
          <a:solidFill>
            <a:srgbClr val="01A6D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l" rtl="0">
              <a:buClr>
                <a:srgbClr val="000000"/>
              </a:buClr>
              <a:buSzPts val="1800"/>
            </a:pPr>
            <a:endParaRPr sz="109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"/>
          <p:cNvSpPr/>
          <p:nvPr/>
        </p:nvSpPr>
        <p:spPr>
          <a:xfrm>
            <a:off x="-57346" y="-98295"/>
            <a:ext cx="12306692" cy="700091"/>
          </a:xfrm>
          <a:custGeom>
            <a:avLst/>
            <a:gdLst/>
            <a:ahLst/>
            <a:cxnLst/>
            <a:rect l="l" t="t" r="r" b="b"/>
            <a:pathLst>
              <a:path w="9141460" h="607695" extrusionOk="0">
                <a:moveTo>
                  <a:pt x="9141225" y="607320"/>
                </a:moveTo>
                <a:lnTo>
                  <a:pt x="0" y="607320"/>
                </a:lnTo>
                <a:lnTo>
                  <a:pt x="0" y="0"/>
                </a:lnTo>
                <a:lnTo>
                  <a:pt x="9141225" y="0"/>
                </a:lnTo>
                <a:lnTo>
                  <a:pt x="9141225" y="607320"/>
                </a:lnTo>
                <a:close/>
              </a:path>
            </a:pathLst>
          </a:custGeom>
          <a:solidFill>
            <a:srgbClr val="01A6DB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r>
              <a:rPr lang="en-US" sz="4000" dirty="0" err="1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Simplilearn</a:t>
            </a:r>
            <a:r>
              <a:rPr lang="en-US" sz="4000" dirty="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 AI </a:t>
            </a:r>
            <a:r>
              <a:rPr lang="en-US" sz="40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Engineer Program Instructor</a:t>
            </a:r>
            <a:endParaRPr sz="4000" dirty="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"/>
          <p:cNvSpPr/>
          <p:nvPr/>
        </p:nvSpPr>
        <p:spPr>
          <a:xfrm>
            <a:off x="9538744" y="5700212"/>
            <a:ext cx="491342" cy="531389"/>
          </a:xfrm>
          <a:custGeom>
            <a:avLst/>
            <a:gdLst/>
            <a:ahLst/>
            <a:cxnLst/>
            <a:rect l="l" t="t" r="r" b="b"/>
            <a:pathLst>
              <a:path w="810259" h="876300" extrusionOk="0">
                <a:moveTo>
                  <a:pt x="310036" y="711199"/>
                </a:moveTo>
                <a:lnTo>
                  <a:pt x="269104" y="711199"/>
                </a:lnTo>
                <a:lnTo>
                  <a:pt x="276905" y="713739"/>
                </a:lnTo>
                <a:lnTo>
                  <a:pt x="292832" y="716279"/>
                </a:lnTo>
                <a:lnTo>
                  <a:pt x="292832" y="819149"/>
                </a:lnTo>
                <a:lnTo>
                  <a:pt x="354140" y="845819"/>
                </a:lnTo>
                <a:lnTo>
                  <a:pt x="415406" y="862329"/>
                </a:lnTo>
                <a:lnTo>
                  <a:pt x="482298" y="873759"/>
                </a:lnTo>
                <a:lnTo>
                  <a:pt x="516622" y="876299"/>
                </a:lnTo>
                <a:lnTo>
                  <a:pt x="586123" y="876299"/>
                </a:lnTo>
                <a:lnTo>
                  <a:pt x="620447" y="873759"/>
                </a:lnTo>
                <a:lnTo>
                  <a:pt x="654226" y="868679"/>
                </a:lnTo>
                <a:lnTo>
                  <a:pt x="687339" y="862329"/>
                </a:lnTo>
                <a:lnTo>
                  <a:pt x="699817" y="859789"/>
                </a:lnTo>
                <a:lnTo>
                  <a:pt x="551393" y="859789"/>
                </a:lnTo>
                <a:lnTo>
                  <a:pt x="499301" y="857249"/>
                </a:lnTo>
                <a:lnTo>
                  <a:pt x="448708" y="852169"/>
                </a:lnTo>
                <a:lnTo>
                  <a:pt x="400025" y="842009"/>
                </a:lnTo>
                <a:lnTo>
                  <a:pt x="353664" y="828039"/>
                </a:lnTo>
                <a:lnTo>
                  <a:pt x="310036" y="810259"/>
                </a:lnTo>
                <a:lnTo>
                  <a:pt x="310036" y="711199"/>
                </a:lnTo>
                <a:close/>
              </a:path>
              <a:path w="810259" h="876300" extrusionOk="0">
                <a:moveTo>
                  <a:pt x="701541" y="393699"/>
                </a:moveTo>
                <a:lnTo>
                  <a:pt x="627769" y="393699"/>
                </a:lnTo>
                <a:lnTo>
                  <a:pt x="671574" y="400049"/>
                </a:lnTo>
                <a:lnTo>
                  <a:pt x="710970" y="419099"/>
                </a:lnTo>
                <a:lnTo>
                  <a:pt x="744371" y="447039"/>
                </a:lnTo>
                <a:lnTo>
                  <a:pt x="770192" y="482599"/>
                </a:lnTo>
                <a:lnTo>
                  <a:pt x="786847" y="525779"/>
                </a:lnTo>
                <a:lnTo>
                  <a:pt x="792751" y="572769"/>
                </a:lnTo>
                <a:lnTo>
                  <a:pt x="792751" y="810259"/>
                </a:lnTo>
                <a:lnTo>
                  <a:pt x="749123" y="828039"/>
                </a:lnTo>
                <a:lnTo>
                  <a:pt x="702762" y="842009"/>
                </a:lnTo>
                <a:lnTo>
                  <a:pt x="654079" y="852169"/>
                </a:lnTo>
                <a:lnTo>
                  <a:pt x="603486" y="857249"/>
                </a:lnTo>
                <a:lnTo>
                  <a:pt x="551393" y="859789"/>
                </a:lnTo>
                <a:lnTo>
                  <a:pt x="699817" y="859789"/>
                </a:lnTo>
                <a:lnTo>
                  <a:pt x="748613" y="845819"/>
                </a:lnTo>
                <a:lnTo>
                  <a:pt x="808018" y="822959"/>
                </a:lnTo>
                <a:lnTo>
                  <a:pt x="809924" y="819149"/>
                </a:lnTo>
                <a:lnTo>
                  <a:pt x="809924" y="572769"/>
                </a:lnTo>
                <a:lnTo>
                  <a:pt x="806360" y="533399"/>
                </a:lnTo>
                <a:lnTo>
                  <a:pt x="795704" y="496569"/>
                </a:lnTo>
                <a:lnTo>
                  <a:pt x="768635" y="448309"/>
                </a:lnTo>
                <a:lnTo>
                  <a:pt x="729721" y="410209"/>
                </a:lnTo>
                <a:lnTo>
                  <a:pt x="714753" y="400049"/>
                </a:lnTo>
                <a:lnTo>
                  <a:pt x="701541" y="393699"/>
                </a:lnTo>
                <a:close/>
              </a:path>
              <a:path w="810259" h="876300" extrusionOk="0">
                <a:moveTo>
                  <a:pt x="145790" y="609599"/>
                </a:moveTo>
                <a:lnTo>
                  <a:pt x="123536" y="609599"/>
                </a:lnTo>
                <a:lnTo>
                  <a:pt x="132027" y="619759"/>
                </a:lnTo>
                <a:lnTo>
                  <a:pt x="141027" y="629919"/>
                </a:lnTo>
                <a:lnTo>
                  <a:pt x="150511" y="640079"/>
                </a:lnTo>
                <a:lnTo>
                  <a:pt x="160457" y="648969"/>
                </a:lnTo>
                <a:lnTo>
                  <a:pt x="145002" y="697229"/>
                </a:lnTo>
                <a:lnTo>
                  <a:pt x="142112" y="702309"/>
                </a:lnTo>
                <a:lnTo>
                  <a:pt x="141452" y="708659"/>
                </a:lnTo>
                <a:lnTo>
                  <a:pt x="144939" y="721359"/>
                </a:lnTo>
                <a:lnTo>
                  <a:pt x="149106" y="726439"/>
                </a:lnTo>
                <a:lnTo>
                  <a:pt x="207074" y="759459"/>
                </a:lnTo>
                <a:lnTo>
                  <a:pt x="211283" y="760729"/>
                </a:lnTo>
                <a:lnTo>
                  <a:pt x="223838" y="760729"/>
                </a:lnTo>
                <a:lnTo>
                  <a:pt x="232026" y="755649"/>
                </a:lnTo>
                <a:lnTo>
                  <a:pt x="236686" y="748029"/>
                </a:lnTo>
                <a:lnTo>
                  <a:pt x="240040" y="744219"/>
                </a:lnTo>
                <a:lnTo>
                  <a:pt x="215388" y="744219"/>
                </a:lnTo>
                <a:lnTo>
                  <a:pt x="161567" y="713739"/>
                </a:lnTo>
                <a:lnTo>
                  <a:pt x="160279" y="712469"/>
                </a:lnTo>
                <a:lnTo>
                  <a:pt x="159179" y="708659"/>
                </a:lnTo>
                <a:lnTo>
                  <a:pt x="159420" y="706119"/>
                </a:lnTo>
                <a:lnTo>
                  <a:pt x="160719" y="703579"/>
                </a:lnTo>
                <a:lnTo>
                  <a:pt x="160959" y="703579"/>
                </a:lnTo>
                <a:lnTo>
                  <a:pt x="179640" y="646429"/>
                </a:lnTo>
                <a:lnTo>
                  <a:pt x="178635" y="642619"/>
                </a:lnTo>
                <a:lnTo>
                  <a:pt x="176017" y="640079"/>
                </a:lnTo>
                <a:lnTo>
                  <a:pt x="164547" y="629919"/>
                </a:lnTo>
                <a:lnTo>
                  <a:pt x="153706" y="618489"/>
                </a:lnTo>
                <a:lnTo>
                  <a:pt x="145790" y="609599"/>
                </a:lnTo>
                <a:close/>
              </a:path>
              <a:path w="810259" h="876300" extrusionOk="0">
                <a:moveTo>
                  <a:pt x="268947" y="692149"/>
                </a:moveTo>
                <a:lnTo>
                  <a:pt x="262005" y="692149"/>
                </a:lnTo>
                <a:lnTo>
                  <a:pt x="222801" y="737869"/>
                </a:lnTo>
                <a:lnTo>
                  <a:pt x="222477" y="739139"/>
                </a:lnTo>
                <a:lnTo>
                  <a:pt x="220110" y="742949"/>
                </a:lnTo>
                <a:lnTo>
                  <a:pt x="215388" y="744219"/>
                </a:lnTo>
                <a:lnTo>
                  <a:pt x="240040" y="744219"/>
                </a:lnTo>
                <a:lnTo>
                  <a:pt x="269104" y="711199"/>
                </a:lnTo>
                <a:lnTo>
                  <a:pt x="310036" y="711199"/>
                </a:lnTo>
                <a:lnTo>
                  <a:pt x="310036" y="699769"/>
                </a:lnTo>
                <a:lnTo>
                  <a:pt x="292842" y="699769"/>
                </a:lnTo>
                <a:lnTo>
                  <a:pt x="268947" y="692149"/>
                </a:lnTo>
                <a:close/>
              </a:path>
              <a:path w="810259" h="876300" extrusionOk="0">
                <a:moveTo>
                  <a:pt x="347032" y="203199"/>
                </a:moveTo>
                <a:lnTo>
                  <a:pt x="303134" y="209549"/>
                </a:lnTo>
                <a:lnTo>
                  <a:pt x="259166" y="223519"/>
                </a:lnTo>
                <a:lnTo>
                  <a:pt x="219430" y="245109"/>
                </a:lnTo>
                <a:lnTo>
                  <a:pt x="185523" y="274319"/>
                </a:lnTo>
                <a:lnTo>
                  <a:pt x="157568" y="309879"/>
                </a:lnTo>
                <a:lnTo>
                  <a:pt x="137006" y="349249"/>
                </a:lnTo>
                <a:lnTo>
                  <a:pt x="124232" y="393699"/>
                </a:lnTo>
                <a:lnTo>
                  <a:pt x="120304" y="439419"/>
                </a:lnTo>
                <a:lnTo>
                  <a:pt x="121819" y="462279"/>
                </a:lnTo>
                <a:lnTo>
                  <a:pt x="140846" y="532129"/>
                </a:lnTo>
                <a:lnTo>
                  <a:pt x="180174" y="591819"/>
                </a:lnTo>
                <a:lnTo>
                  <a:pt x="219463" y="626109"/>
                </a:lnTo>
                <a:lnTo>
                  <a:pt x="262709" y="650239"/>
                </a:lnTo>
                <a:lnTo>
                  <a:pt x="292842" y="660399"/>
                </a:lnTo>
                <a:lnTo>
                  <a:pt x="292842" y="699769"/>
                </a:lnTo>
                <a:lnTo>
                  <a:pt x="310036" y="699769"/>
                </a:lnTo>
                <a:lnTo>
                  <a:pt x="310036" y="642619"/>
                </a:lnTo>
                <a:lnTo>
                  <a:pt x="292842" y="642619"/>
                </a:lnTo>
                <a:lnTo>
                  <a:pt x="245992" y="622299"/>
                </a:lnTo>
                <a:lnTo>
                  <a:pt x="205737" y="593089"/>
                </a:lnTo>
                <a:lnTo>
                  <a:pt x="173512" y="554989"/>
                </a:lnTo>
                <a:lnTo>
                  <a:pt x="150750" y="510539"/>
                </a:lnTo>
                <a:lnTo>
                  <a:pt x="138887" y="461009"/>
                </a:lnTo>
                <a:lnTo>
                  <a:pt x="138932" y="411479"/>
                </a:lnTo>
                <a:lnTo>
                  <a:pt x="149882" y="364489"/>
                </a:lnTo>
                <a:lnTo>
                  <a:pt x="170592" y="321309"/>
                </a:lnTo>
                <a:lnTo>
                  <a:pt x="199918" y="284479"/>
                </a:lnTo>
                <a:lnTo>
                  <a:pt x="236714" y="255269"/>
                </a:lnTo>
                <a:lnTo>
                  <a:pt x="279837" y="233679"/>
                </a:lnTo>
                <a:lnTo>
                  <a:pt x="328140" y="222249"/>
                </a:lnTo>
                <a:lnTo>
                  <a:pt x="349389" y="220979"/>
                </a:lnTo>
                <a:lnTo>
                  <a:pt x="429564" y="220979"/>
                </a:lnTo>
                <a:lnTo>
                  <a:pt x="426893" y="210819"/>
                </a:lnTo>
                <a:lnTo>
                  <a:pt x="408621" y="210819"/>
                </a:lnTo>
                <a:lnTo>
                  <a:pt x="388312" y="205739"/>
                </a:lnTo>
                <a:lnTo>
                  <a:pt x="347032" y="203199"/>
                </a:lnTo>
                <a:close/>
              </a:path>
              <a:path w="810259" h="876300" extrusionOk="0">
                <a:moveTo>
                  <a:pt x="627759" y="377189"/>
                </a:moveTo>
                <a:lnTo>
                  <a:pt x="475018" y="377189"/>
                </a:lnTo>
                <a:lnTo>
                  <a:pt x="456662" y="378459"/>
                </a:lnTo>
                <a:lnTo>
                  <a:pt x="403877" y="392429"/>
                </a:lnTo>
                <a:lnTo>
                  <a:pt x="359018" y="421639"/>
                </a:lnTo>
                <a:lnTo>
                  <a:pt x="323691" y="463549"/>
                </a:lnTo>
                <a:lnTo>
                  <a:pt x="300864" y="515619"/>
                </a:lnTo>
                <a:lnTo>
                  <a:pt x="292842" y="572769"/>
                </a:lnTo>
                <a:lnTo>
                  <a:pt x="292842" y="642619"/>
                </a:lnTo>
                <a:lnTo>
                  <a:pt x="310036" y="642619"/>
                </a:lnTo>
                <a:lnTo>
                  <a:pt x="310036" y="572769"/>
                </a:lnTo>
                <a:lnTo>
                  <a:pt x="315940" y="525779"/>
                </a:lnTo>
                <a:lnTo>
                  <a:pt x="332595" y="482599"/>
                </a:lnTo>
                <a:lnTo>
                  <a:pt x="358416" y="447039"/>
                </a:lnTo>
                <a:lnTo>
                  <a:pt x="391817" y="419099"/>
                </a:lnTo>
                <a:lnTo>
                  <a:pt x="431213" y="400049"/>
                </a:lnTo>
                <a:lnTo>
                  <a:pt x="475018" y="393699"/>
                </a:lnTo>
                <a:lnTo>
                  <a:pt x="701541" y="393699"/>
                </a:lnTo>
                <a:lnTo>
                  <a:pt x="698899" y="392429"/>
                </a:lnTo>
                <a:lnTo>
                  <a:pt x="681751" y="386079"/>
                </a:lnTo>
                <a:lnTo>
                  <a:pt x="664134" y="380999"/>
                </a:lnTo>
                <a:lnTo>
                  <a:pt x="646115" y="378459"/>
                </a:lnTo>
                <a:lnTo>
                  <a:pt x="627759" y="377189"/>
                </a:lnTo>
                <a:close/>
              </a:path>
              <a:path w="810259" h="876300" extrusionOk="0">
                <a:moveTo>
                  <a:pt x="145661" y="149859"/>
                </a:moveTo>
                <a:lnTo>
                  <a:pt x="139295" y="152399"/>
                </a:lnTo>
                <a:lnTo>
                  <a:pt x="93495" y="194309"/>
                </a:lnTo>
                <a:lnTo>
                  <a:pt x="87779" y="201929"/>
                </a:lnTo>
                <a:lnTo>
                  <a:pt x="85488" y="210819"/>
                </a:lnTo>
                <a:lnTo>
                  <a:pt x="86667" y="220979"/>
                </a:lnTo>
                <a:lnTo>
                  <a:pt x="91358" y="228599"/>
                </a:lnTo>
                <a:lnTo>
                  <a:pt x="117170" y="271779"/>
                </a:lnTo>
                <a:lnTo>
                  <a:pt x="109610" y="283209"/>
                </a:lnTo>
                <a:lnTo>
                  <a:pt x="102600" y="294639"/>
                </a:lnTo>
                <a:lnTo>
                  <a:pt x="96159" y="307339"/>
                </a:lnTo>
                <a:lnTo>
                  <a:pt x="90301" y="318769"/>
                </a:lnTo>
                <a:lnTo>
                  <a:pt x="30637" y="318769"/>
                </a:lnTo>
                <a:lnTo>
                  <a:pt x="18658" y="323849"/>
                </a:lnTo>
                <a:lnTo>
                  <a:pt x="13077" y="330199"/>
                </a:lnTo>
                <a:lnTo>
                  <a:pt x="396" y="393699"/>
                </a:lnTo>
                <a:lnTo>
                  <a:pt x="0" y="400049"/>
                </a:lnTo>
                <a:lnTo>
                  <a:pt x="1533" y="406399"/>
                </a:lnTo>
                <a:lnTo>
                  <a:pt x="65516" y="441959"/>
                </a:lnTo>
                <a:lnTo>
                  <a:pt x="65731" y="448309"/>
                </a:lnTo>
                <a:lnTo>
                  <a:pt x="70390" y="488949"/>
                </a:lnTo>
                <a:lnTo>
                  <a:pt x="71715" y="495299"/>
                </a:lnTo>
                <a:lnTo>
                  <a:pt x="30710" y="524509"/>
                </a:lnTo>
                <a:lnTo>
                  <a:pt x="23102" y="530859"/>
                </a:lnTo>
                <a:lnTo>
                  <a:pt x="18399" y="538479"/>
                </a:lnTo>
                <a:lnTo>
                  <a:pt x="16975" y="547369"/>
                </a:lnTo>
                <a:lnTo>
                  <a:pt x="19202" y="557529"/>
                </a:lnTo>
                <a:lnTo>
                  <a:pt x="42249" y="608329"/>
                </a:lnTo>
                <a:lnTo>
                  <a:pt x="64961" y="622299"/>
                </a:lnTo>
                <a:lnTo>
                  <a:pt x="71306" y="622299"/>
                </a:lnTo>
                <a:lnTo>
                  <a:pt x="74385" y="621029"/>
                </a:lnTo>
                <a:lnTo>
                  <a:pt x="123536" y="609599"/>
                </a:lnTo>
                <a:lnTo>
                  <a:pt x="145790" y="609599"/>
                </a:lnTo>
                <a:lnTo>
                  <a:pt x="143528" y="607059"/>
                </a:lnTo>
                <a:lnTo>
                  <a:pt x="142580" y="605789"/>
                </a:lnTo>
                <a:lnTo>
                  <a:pt x="64270" y="605789"/>
                </a:lnTo>
                <a:lnTo>
                  <a:pt x="59683" y="604519"/>
                </a:lnTo>
                <a:lnTo>
                  <a:pt x="33098" y="546099"/>
                </a:lnTo>
                <a:lnTo>
                  <a:pt x="34804" y="542289"/>
                </a:lnTo>
                <a:lnTo>
                  <a:pt x="39181" y="539749"/>
                </a:lnTo>
                <a:lnTo>
                  <a:pt x="39642" y="539749"/>
                </a:lnTo>
                <a:lnTo>
                  <a:pt x="89170" y="504189"/>
                </a:lnTo>
                <a:lnTo>
                  <a:pt x="90510" y="500379"/>
                </a:lnTo>
                <a:lnTo>
                  <a:pt x="89725" y="497839"/>
                </a:lnTo>
                <a:lnTo>
                  <a:pt x="88081" y="490219"/>
                </a:lnTo>
                <a:lnTo>
                  <a:pt x="83107" y="450849"/>
                </a:lnTo>
                <a:lnTo>
                  <a:pt x="82657" y="431799"/>
                </a:lnTo>
                <a:lnTo>
                  <a:pt x="80552" y="429259"/>
                </a:lnTo>
                <a:lnTo>
                  <a:pt x="24344" y="406399"/>
                </a:lnTo>
                <a:lnTo>
                  <a:pt x="23831" y="406399"/>
                </a:lnTo>
                <a:lnTo>
                  <a:pt x="22323" y="405129"/>
                </a:lnTo>
                <a:lnTo>
                  <a:pt x="21401" y="405129"/>
                </a:lnTo>
                <a:lnTo>
                  <a:pt x="20344" y="403859"/>
                </a:lnTo>
                <a:lnTo>
                  <a:pt x="17768" y="402589"/>
                </a:lnTo>
                <a:lnTo>
                  <a:pt x="16679" y="400049"/>
                </a:lnTo>
                <a:lnTo>
                  <a:pt x="17255" y="396239"/>
                </a:lnTo>
                <a:lnTo>
                  <a:pt x="28804" y="340359"/>
                </a:lnTo>
                <a:lnTo>
                  <a:pt x="30532" y="337819"/>
                </a:lnTo>
                <a:lnTo>
                  <a:pt x="34333" y="336549"/>
                </a:lnTo>
                <a:lnTo>
                  <a:pt x="99400" y="336549"/>
                </a:lnTo>
                <a:lnTo>
                  <a:pt x="102510" y="334009"/>
                </a:lnTo>
                <a:lnTo>
                  <a:pt x="103861" y="331469"/>
                </a:lnTo>
                <a:lnTo>
                  <a:pt x="110308" y="317499"/>
                </a:lnTo>
                <a:lnTo>
                  <a:pt x="117566" y="303529"/>
                </a:lnTo>
                <a:lnTo>
                  <a:pt x="125608" y="289559"/>
                </a:lnTo>
                <a:lnTo>
                  <a:pt x="134405" y="276859"/>
                </a:lnTo>
                <a:lnTo>
                  <a:pt x="136436" y="274319"/>
                </a:lnTo>
                <a:lnTo>
                  <a:pt x="136604" y="270509"/>
                </a:lnTo>
                <a:lnTo>
                  <a:pt x="105390" y="218439"/>
                </a:lnTo>
                <a:lnTo>
                  <a:pt x="105055" y="218439"/>
                </a:lnTo>
                <a:lnTo>
                  <a:pt x="101777" y="214629"/>
                </a:lnTo>
                <a:lnTo>
                  <a:pt x="101997" y="209549"/>
                </a:lnTo>
                <a:lnTo>
                  <a:pt x="147536" y="167639"/>
                </a:lnTo>
                <a:lnTo>
                  <a:pt x="182930" y="167639"/>
                </a:lnTo>
                <a:lnTo>
                  <a:pt x="168970" y="157479"/>
                </a:lnTo>
                <a:lnTo>
                  <a:pt x="164530" y="153669"/>
                </a:lnTo>
                <a:lnTo>
                  <a:pt x="158645" y="151129"/>
                </a:lnTo>
                <a:lnTo>
                  <a:pt x="145661" y="149859"/>
                </a:lnTo>
                <a:close/>
              </a:path>
              <a:path w="810259" h="876300" extrusionOk="0">
                <a:moveTo>
                  <a:pt x="128520" y="590549"/>
                </a:moveTo>
                <a:lnTo>
                  <a:pt x="69212" y="604519"/>
                </a:lnTo>
                <a:lnTo>
                  <a:pt x="68668" y="604519"/>
                </a:lnTo>
                <a:lnTo>
                  <a:pt x="64270" y="605789"/>
                </a:lnTo>
                <a:lnTo>
                  <a:pt x="142580" y="605789"/>
                </a:lnTo>
                <a:lnTo>
                  <a:pt x="134049" y="594359"/>
                </a:lnTo>
                <a:lnTo>
                  <a:pt x="132018" y="591819"/>
                </a:lnTo>
                <a:lnTo>
                  <a:pt x="128520" y="590549"/>
                </a:lnTo>
                <a:close/>
              </a:path>
              <a:path w="810259" h="876300" extrusionOk="0">
                <a:moveTo>
                  <a:pt x="429564" y="220979"/>
                </a:moveTo>
                <a:lnTo>
                  <a:pt x="370490" y="220979"/>
                </a:lnTo>
                <a:lnTo>
                  <a:pt x="411961" y="228599"/>
                </a:lnTo>
                <a:lnTo>
                  <a:pt x="412589" y="229869"/>
                </a:lnTo>
                <a:lnTo>
                  <a:pt x="413856" y="229869"/>
                </a:lnTo>
                <a:lnTo>
                  <a:pt x="420025" y="246379"/>
                </a:lnTo>
                <a:lnTo>
                  <a:pt x="427550" y="262889"/>
                </a:lnTo>
                <a:lnTo>
                  <a:pt x="457057" y="306069"/>
                </a:lnTo>
                <a:lnTo>
                  <a:pt x="492892" y="336549"/>
                </a:lnTo>
                <a:lnTo>
                  <a:pt x="536561" y="353059"/>
                </a:lnTo>
                <a:lnTo>
                  <a:pt x="551488" y="354329"/>
                </a:lnTo>
                <a:lnTo>
                  <a:pt x="566414" y="353059"/>
                </a:lnTo>
                <a:lnTo>
                  <a:pt x="581189" y="350519"/>
                </a:lnTo>
                <a:lnTo>
                  <a:pt x="595760" y="344169"/>
                </a:lnTo>
                <a:lnTo>
                  <a:pt x="607688" y="337819"/>
                </a:lnTo>
                <a:lnTo>
                  <a:pt x="551498" y="337819"/>
                </a:lnTo>
                <a:lnTo>
                  <a:pt x="527108" y="334009"/>
                </a:lnTo>
                <a:lnTo>
                  <a:pt x="480913" y="306069"/>
                </a:lnTo>
                <a:lnTo>
                  <a:pt x="443828" y="256539"/>
                </a:lnTo>
                <a:lnTo>
                  <a:pt x="431568" y="228599"/>
                </a:lnTo>
                <a:lnTo>
                  <a:pt x="429564" y="220979"/>
                </a:lnTo>
                <a:close/>
              </a:path>
              <a:path w="810259" h="876300" extrusionOk="0">
                <a:moveTo>
                  <a:pt x="637755" y="16509"/>
                </a:moveTo>
                <a:lnTo>
                  <a:pt x="554472" y="16509"/>
                </a:lnTo>
                <a:lnTo>
                  <a:pt x="593520" y="20319"/>
                </a:lnTo>
                <a:lnTo>
                  <a:pt x="624959" y="29209"/>
                </a:lnTo>
                <a:lnTo>
                  <a:pt x="665800" y="64769"/>
                </a:lnTo>
                <a:lnTo>
                  <a:pt x="679763" y="115569"/>
                </a:lnTo>
                <a:lnTo>
                  <a:pt x="681758" y="171449"/>
                </a:lnTo>
                <a:lnTo>
                  <a:pt x="679099" y="199389"/>
                </a:lnTo>
                <a:lnTo>
                  <a:pt x="659163" y="256539"/>
                </a:lnTo>
                <a:lnTo>
                  <a:pt x="622078" y="306069"/>
                </a:lnTo>
                <a:lnTo>
                  <a:pt x="575882" y="334009"/>
                </a:lnTo>
                <a:lnTo>
                  <a:pt x="551498" y="337819"/>
                </a:lnTo>
                <a:lnTo>
                  <a:pt x="607688" y="337819"/>
                </a:lnTo>
                <a:lnTo>
                  <a:pt x="645917" y="306069"/>
                </a:lnTo>
                <a:lnTo>
                  <a:pt x="674398" y="264159"/>
                </a:lnTo>
                <a:lnTo>
                  <a:pt x="696053" y="201929"/>
                </a:lnTo>
                <a:lnTo>
                  <a:pt x="698941" y="171449"/>
                </a:lnTo>
                <a:lnTo>
                  <a:pt x="698659" y="140969"/>
                </a:lnTo>
                <a:lnTo>
                  <a:pt x="696683" y="111759"/>
                </a:lnTo>
                <a:lnTo>
                  <a:pt x="691321" y="82549"/>
                </a:lnTo>
                <a:lnTo>
                  <a:pt x="680878" y="57149"/>
                </a:lnTo>
                <a:lnTo>
                  <a:pt x="661285" y="31749"/>
                </a:lnTo>
                <a:lnTo>
                  <a:pt x="637755" y="16509"/>
                </a:lnTo>
                <a:close/>
              </a:path>
              <a:path w="810259" h="876300" extrusionOk="0">
                <a:moveTo>
                  <a:pt x="365837" y="97789"/>
                </a:moveTo>
                <a:lnTo>
                  <a:pt x="345899" y="97789"/>
                </a:lnTo>
                <a:lnTo>
                  <a:pt x="349627" y="100329"/>
                </a:lnTo>
                <a:lnTo>
                  <a:pt x="350360" y="104139"/>
                </a:lnTo>
                <a:lnTo>
                  <a:pt x="350423" y="105409"/>
                </a:lnTo>
                <a:lnTo>
                  <a:pt x="369124" y="163829"/>
                </a:lnTo>
                <a:lnTo>
                  <a:pt x="372077" y="166369"/>
                </a:lnTo>
                <a:lnTo>
                  <a:pt x="375543" y="166369"/>
                </a:lnTo>
                <a:lnTo>
                  <a:pt x="404034" y="171449"/>
                </a:lnTo>
                <a:lnTo>
                  <a:pt x="404328" y="180339"/>
                </a:lnTo>
                <a:lnTo>
                  <a:pt x="405201" y="190499"/>
                </a:lnTo>
                <a:lnTo>
                  <a:pt x="406636" y="200659"/>
                </a:lnTo>
                <a:lnTo>
                  <a:pt x="408621" y="210819"/>
                </a:lnTo>
                <a:lnTo>
                  <a:pt x="426893" y="210819"/>
                </a:lnTo>
                <a:lnTo>
                  <a:pt x="423887" y="199389"/>
                </a:lnTo>
                <a:lnTo>
                  <a:pt x="421228" y="171449"/>
                </a:lnTo>
                <a:lnTo>
                  <a:pt x="421132" y="153669"/>
                </a:lnTo>
                <a:lnTo>
                  <a:pt x="403909" y="153669"/>
                </a:lnTo>
                <a:lnTo>
                  <a:pt x="382747" y="149859"/>
                </a:lnTo>
                <a:lnTo>
                  <a:pt x="367333" y="101599"/>
                </a:lnTo>
                <a:lnTo>
                  <a:pt x="365837" y="97789"/>
                </a:lnTo>
                <a:close/>
              </a:path>
              <a:path w="810259" h="876300" extrusionOk="0">
                <a:moveTo>
                  <a:pt x="182930" y="167639"/>
                </a:moveTo>
                <a:lnTo>
                  <a:pt x="153630" y="167639"/>
                </a:lnTo>
                <a:lnTo>
                  <a:pt x="155525" y="168909"/>
                </a:lnTo>
                <a:lnTo>
                  <a:pt x="157295" y="170179"/>
                </a:lnTo>
                <a:lnTo>
                  <a:pt x="157713" y="170179"/>
                </a:lnTo>
                <a:lnTo>
                  <a:pt x="206278" y="207009"/>
                </a:lnTo>
                <a:lnTo>
                  <a:pt x="210048" y="207009"/>
                </a:lnTo>
                <a:lnTo>
                  <a:pt x="213022" y="204469"/>
                </a:lnTo>
                <a:lnTo>
                  <a:pt x="226543" y="196849"/>
                </a:lnTo>
                <a:lnTo>
                  <a:pt x="240486" y="190499"/>
                </a:lnTo>
                <a:lnTo>
                  <a:pt x="249076" y="186689"/>
                </a:lnTo>
                <a:lnTo>
                  <a:pt x="209105" y="186689"/>
                </a:lnTo>
                <a:lnTo>
                  <a:pt x="182930" y="167639"/>
                </a:lnTo>
                <a:close/>
              </a:path>
              <a:path w="810259" h="876300" extrusionOk="0">
                <a:moveTo>
                  <a:pt x="349405" y="81279"/>
                </a:moveTo>
                <a:lnTo>
                  <a:pt x="339857" y="81279"/>
                </a:lnTo>
                <a:lnTo>
                  <a:pt x="278560" y="87629"/>
                </a:lnTo>
                <a:lnTo>
                  <a:pt x="272905" y="90169"/>
                </a:lnTo>
                <a:lnTo>
                  <a:pt x="268047" y="96519"/>
                </a:lnTo>
                <a:lnTo>
                  <a:pt x="267324" y="97789"/>
                </a:lnTo>
                <a:lnTo>
                  <a:pt x="263680" y="102869"/>
                </a:lnTo>
                <a:lnTo>
                  <a:pt x="262309" y="107949"/>
                </a:lnTo>
                <a:lnTo>
                  <a:pt x="262560" y="111759"/>
                </a:lnTo>
                <a:lnTo>
                  <a:pt x="262627" y="115569"/>
                </a:lnTo>
                <a:lnTo>
                  <a:pt x="258707" y="165099"/>
                </a:lnTo>
                <a:lnTo>
                  <a:pt x="245909" y="168909"/>
                </a:lnTo>
                <a:lnTo>
                  <a:pt x="233356" y="175259"/>
                </a:lnTo>
                <a:lnTo>
                  <a:pt x="221079" y="180339"/>
                </a:lnTo>
                <a:lnTo>
                  <a:pt x="209105" y="186689"/>
                </a:lnTo>
                <a:lnTo>
                  <a:pt x="249076" y="186689"/>
                </a:lnTo>
                <a:lnTo>
                  <a:pt x="254803" y="184149"/>
                </a:lnTo>
                <a:lnTo>
                  <a:pt x="269450" y="179069"/>
                </a:lnTo>
                <a:lnTo>
                  <a:pt x="272769" y="177799"/>
                </a:lnTo>
                <a:lnTo>
                  <a:pt x="275104" y="175259"/>
                </a:lnTo>
                <a:lnTo>
                  <a:pt x="279862" y="115569"/>
                </a:lnTo>
                <a:lnTo>
                  <a:pt x="279952" y="113029"/>
                </a:lnTo>
                <a:lnTo>
                  <a:pt x="279617" y="110489"/>
                </a:lnTo>
                <a:lnTo>
                  <a:pt x="280382" y="109219"/>
                </a:lnTo>
                <a:lnTo>
                  <a:pt x="281272" y="106679"/>
                </a:lnTo>
                <a:lnTo>
                  <a:pt x="281743" y="106679"/>
                </a:lnTo>
                <a:lnTo>
                  <a:pt x="283010" y="105409"/>
                </a:lnTo>
                <a:lnTo>
                  <a:pt x="284759" y="104139"/>
                </a:lnTo>
                <a:lnTo>
                  <a:pt x="345899" y="97789"/>
                </a:lnTo>
                <a:lnTo>
                  <a:pt x="365837" y="97789"/>
                </a:lnTo>
                <a:lnTo>
                  <a:pt x="363925" y="92709"/>
                </a:lnTo>
                <a:lnTo>
                  <a:pt x="357699" y="85089"/>
                </a:lnTo>
                <a:lnTo>
                  <a:pt x="349405" y="81279"/>
                </a:lnTo>
                <a:close/>
              </a:path>
              <a:path w="810259" h="876300" extrusionOk="0">
                <a:moveTo>
                  <a:pt x="554472" y="0"/>
                </a:moveTo>
                <a:lnTo>
                  <a:pt x="551310" y="0"/>
                </a:lnTo>
                <a:lnTo>
                  <a:pt x="526525" y="1269"/>
                </a:lnTo>
                <a:lnTo>
                  <a:pt x="484571" y="7619"/>
                </a:lnTo>
                <a:lnTo>
                  <a:pt x="440722" y="29209"/>
                </a:lnTo>
                <a:lnTo>
                  <a:pt x="411282" y="73659"/>
                </a:lnTo>
                <a:lnTo>
                  <a:pt x="404000" y="125729"/>
                </a:lnTo>
                <a:lnTo>
                  <a:pt x="403909" y="153669"/>
                </a:lnTo>
                <a:lnTo>
                  <a:pt x="421132" y="153669"/>
                </a:lnTo>
                <a:lnTo>
                  <a:pt x="421120" y="129539"/>
                </a:lnTo>
                <a:lnTo>
                  <a:pt x="422643" y="104139"/>
                </a:lnTo>
                <a:lnTo>
                  <a:pt x="436379" y="59689"/>
                </a:lnTo>
                <a:lnTo>
                  <a:pt x="478159" y="27939"/>
                </a:lnTo>
                <a:lnTo>
                  <a:pt x="551477" y="16509"/>
                </a:lnTo>
                <a:lnTo>
                  <a:pt x="637755" y="16509"/>
                </a:lnTo>
                <a:lnTo>
                  <a:pt x="633833" y="13969"/>
                </a:lnTo>
                <a:lnTo>
                  <a:pt x="598303" y="3809"/>
                </a:lnTo>
                <a:lnTo>
                  <a:pt x="554472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l" rtl="0">
              <a:buClr>
                <a:srgbClr val="000000"/>
              </a:buClr>
              <a:buSzPts val="1800"/>
            </a:pPr>
            <a:endParaRPr sz="109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"/>
          <p:cNvSpPr txBox="1"/>
          <p:nvPr/>
        </p:nvSpPr>
        <p:spPr>
          <a:xfrm>
            <a:off x="726470" y="633448"/>
            <a:ext cx="8352314" cy="63960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5845" rIns="0" bIns="0" anchor="t" anchorCtr="0">
            <a:noAutofit/>
          </a:bodyPr>
          <a:lstStyle/>
          <a:p>
            <a:pPr marL="7701">
              <a:spcBef>
                <a:spcPts val="446"/>
              </a:spcBef>
              <a:buClr>
                <a:srgbClr val="000000"/>
              </a:buClr>
              <a:buSzPts val="4300"/>
            </a:pPr>
            <a:r>
              <a:rPr lang="en-IN" sz="2800" dirty="0">
                <a:latin typeface="Arial"/>
                <a:ea typeface="Arial"/>
                <a:cs typeface="Arial"/>
                <a:sym typeface="Arial"/>
              </a:rPr>
              <a:t>Yang (Amber) Pan</a:t>
            </a:r>
            <a:endParaRPr lang="en-US" sz="2608" dirty="0">
              <a:latin typeface="Arial"/>
              <a:ea typeface="Arial"/>
              <a:cs typeface="Arial"/>
              <a:sym typeface="Arial"/>
            </a:endParaRPr>
          </a:p>
          <a:p>
            <a:pPr marL="7701">
              <a:spcBef>
                <a:spcPts val="446"/>
              </a:spcBef>
              <a:buClr>
                <a:srgbClr val="000000"/>
              </a:buClr>
              <a:buSzPts val="4300"/>
            </a:pPr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 marL="257175" indent="-257175">
              <a:lnSpc>
                <a:spcPct val="115000"/>
              </a:lnSpc>
              <a:buFont typeface="Symbol" pitchFamily="2" charset="2"/>
              <a:buChar char=""/>
            </a:pPr>
            <a:r>
              <a:rPr lang="en-US" sz="2100" b="1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Professional Experience</a:t>
            </a:r>
            <a:r>
              <a:rPr lang="en-US" b="1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: </a:t>
            </a:r>
            <a:endParaRPr lang="en-US" kern="1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557213" lvl="1" indent="-214313">
              <a:buFont typeface="Courier New" panose="02070309020205020404" pitchFamily="49" charset="0"/>
              <a:buChar char="o"/>
            </a:pPr>
            <a:r>
              <a:rPr lang="en-US" sz="165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13 years of experience in IT consulting: data science, machine learning, software development, </a:t>
            </a:r>
            <a:r>
              <a:rPr lang="en-US" sz="16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qa</a:t>
            </a:r>
            <a:r>
              <a:rPr lang="en-US" sz="165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, and SAP R/3 implementations. Recent focus on Neural Network–based predictive modeling, LLM/</a:t>
            </a:r>
            <a:r>
              <a:rPr lang="en-US" sz="16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GenAI</a:t>
            </a:r>
            <a:r>
              <a:rPr lang="en-US" sz="165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 &amp; RAG applications.</a:t>
            </a:r>
          </a:p>
          <a:p>
            <a:pPr marL="557213" lvl="1" indent="-214313">
              <a:buFont typeface="Courier New" panose="02070309020205020404" pitchFamily="49" charset="0"/>
              <a:buChar char="o"/>
            </a:pPr>
            <a:r>
              <a:rPr lang="en-US" sz="165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Machine learning model architect</a:t>
            </a:r>
          </a:p>
          <a:p>
            <a:pPr marL="557213" lvl="1" indent="-214313">
              <a:buFont typeface="Courier New" panose="02070309020205020404" pitchFamily="49" charset="0"/>
              <a:buChar char="o"/>
            </a:pPr>
            <a:r>
              <a:rPr lang="en-US" sz="165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Lead project teams and developers in Softline, Bottle Rocket etc. </a:t>
            </a:r>
          </a:p>
          <a:p>
            <a:pPr marL="557213" lvl="1" indent="-214313">
              <a:buFont typeface="Courier New" panose="02070309020205020404" pitchFamily="49" charset="0"/>
              <a:buChar char="o"/>
            </a:pPr>
            <a:r>
              <a:rPr lang="en-US" sz="16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Simplilearn</a:t>
            </a:r>
            <a:r>
              <a:rPr lang="en-US" sz="165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  <a:t> trainer for AI and Machine Learning programs</a:t>
            </a:r>
            <a:br>
              <a:rPr lang="en-US" sz="165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</a:rPr>
            </a:br>
            <a:endParaRPr lang="en-US" sz="165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</a:endParaRPr>
          </a:p>
          <a:p>
            <a:pPr marL="257175" indent="-257175">
              <a:buFont typeface="Symbol" pitchFamily="2" charset="2"/>
              <a:buChar char=""/>
            </a:pPr>
            <a:r>
              <a:rPr lang="en-US" sz="2100" b="1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Certifications and Education</a:t>
            </a:r>
            <a:r>
              <a:rPr lang="en-US" b="1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: </a:t>
            </a:r>
            <a:endParaRPr lang="en-US" kern="1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557213" lvl="1" indent="-214313">
              <a:buFont typeface="Courier New" panose="02070309020205020404" pitchFamily="49" charset="0"/>
              <a:buChar char="o"/>
            </a:pPr>
            <a:r>
              <a:rPr lang="en-US" sz="1650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Artificial Intelligence &amp; Machine Learning Post Graduate Program, UT McCombs </a:t>
            </a:r>
          </a:p>
          <a:p>
            <a:pPr marL="557213" lvl="1" indent="-214313">
              <a:buFont typeface="Courier New" panose="02070309020205020404" pitchFamily="49" charset="0"/>
              <a:buChar char="o"/>
            </a:pPr>
            <a:r>
              <a:rPr lang="en-US" sz="1650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Applied Generative AI for Business Digital Transformation, MIT</a:t>
            </a:r>
          </a:p>
          <a:p>
            <a:pPr marL="557213" lvl="1" indent="-214313">
              <a:buFont typeface="Courier New" panose="02070309020205020404" pitchFamily="49" charset="0"/>
              <a:buChar char="o"/>
            </a:pPr>
            <a:r>
              <a:rPr lang="en-US" sz="1650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MBA/M.S. in Computer Systems Analysis, Miami University</a:t>
            </a:r>
          </a:p>
          <a:p>
            <a:pPr marL="557213" lvl="1" indent="-214313">
              <a:buFont typeface="Courier New" panose="02070309020205020404" pitchFamily="49" charset="0"/>
              <a:buChar char="o"/>
            </a:pPr>
            <a:r>
              <a:rPr lang="en-US" sz="1650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Dual degree in B.S. Material Science, B.A. Economics &amp; Management, Tsinghua University</a:t>
            </a:r>
            <a:br>
              <a:rPr lang="en-US" sz="1650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</a:br>
            <a:endParaRPr lang="en-US" sz="1650" kern="1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257175" indent="-257175">
              <a:buFont typeface="Symbol" pitchFamily="2" charset="2"/>
              <a:buChar char=""/>
            </a:pPr>
            <a:r>
              <a:rPr lang="en-US" sz="2100" b="1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Award</a:t>
            </a:r>
            <a:r>
              <a:rPr lang="en-US" b="1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: </a:t>
            </a:r>
            <a:endParaRPr lang="en-US" kern="1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557213" lvl="1" indent="-214313">
              <a:buFont typeface="Courier New" panose="02070309020205020404" pitchFamily="49" charset="0"/>
              <a:buChar char="o"/>
            </a:pPr>
            <a:r>
              <a:rPr lang="en-US" sz="1650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DFW AI competition 2025 Silver Award</a:t>
            </a:r>
            <a:br>
              <a:rPr lang="en-US" sz="1650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</a:br>
            <a:endParaRPr lang="en-US" sz="1650" kern="1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257175" indent="-257175">
              <a:buFont typeface="Symbol" pitchFamily="2" charset="2"/>
              <a:buChar char=""/>
            </a:pPr>
            <a:r>
              <a:rPr lang="en-US" sz="2100" b="1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Interest Areas:</a:t>
            </a:r>
            <a:r>
              <a:rPr lang="en-US" b="1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endParaRPr lang="en-US" kern="100" dirty="0">
              <a:solidFill>
                <a:schemeClr val="tx1">
                  <a:lumMod val="75000"/>
                  <a:lumOff val="25000"/>
                </a:schemeClr>
              </a:solidFill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557213" lvl="1" indent="-214313">
              <a:buFont typeface="Courier New" panose="02070309020205020404" pitchFamily="49" charset="0"/>
              <a:buChar char="o"/>
            </a:pPr>
            <a:r>
              <a:rPr lang="en-US" sz="1650" kern="100" dirty="0">
                <a:solidFill>
                  <a:schemeClr val="tx1">
                    <a:lumMod val="75000"/>
                    <a:lumOff val="25000"/>
                  </a:schemeClr>
                </a:solidFill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Mathematics, Data Visualization, Deep Learning, Computer Vision, Generative AI</a:t>
            </a:r>
          </a:p>
        </p:txBody>
      </p:sp>
      <p:sp>
        <p:nvSpPr>
          <p:cNvPr id="124" name="Google Shape;124;p1"/>
          <p:cNvSpPr/>
          <p:nvPr/>
        </p:nvSpPr>
        <p:spPr>
          <a:xfrm>
            <a:off x="4019204" y="31666"/>
            <a:ext cx="4153592" cy="660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5440" tIns="27713" rIns="55440" bIns="27713" anchor="t" anchorCtr="0">
            <a:noAutofit/>
          </a:bodyPr>
          <a:lstStyle/>
          <a:p>
            <a:pPr marL="7701">
              <a:buClr>
                <a:srgbClr val="000000"/>
              </a:buClr>
              <a:buSzPts val="3300"/>
            </a:pPr>
            <a:r>
              <a:rPr lang="en-IN" sz="3300" b="1" dirty="0">
                <a:solidFill>
                  <a:srgbClr val="F6EFF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36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3BAEB4D-7882-BFF8-E712-81A707127AD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-396" b="15603"/>
          <a:stretch/>
        </p:blipFill>
        <p:spPr>
          <a:xfrm>
            <a:off x="9002962" y="520252"/>
            <a:ext cx="2822087" cy="3353809"/>
          </a:xfrm>
          <a:prstGeom prst="ellipse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D9B02-907C-1960-A9E2-0110F89D5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B9665-FEA4-BB87-84A3-D68CC5D69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832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831</TotalTime>
  <Words>198</Words>
  <Application>Microsoft Macintosh PowerPoint</Application>
  <PresentationFormat>Widescreen</PresentationFormat>
  <Paragraphs>20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Courier New</vt:lpstr>
      <vt:lpstr>Symbol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Amber Pan</dc:creator>
  <cp:lastModifiedBy>Amber Pan</cp:lastModifiedBy>
  <cp:revision>2</cp:revision>
  <dcterms:created xsi:type="dcterms:W3CDTF">2026-01-30T16:00:44Z</dcterms:created>
  <dcterms:modified xsi:type="dcterms:W3CDTF">2026-01-31T15:12:38Z</dcterms:modified>
</cp:coreProperties>
</file>